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9144000" cy="6858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6E6B346-0D77-4629-9198-53E8E310D1A6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B91"/>
    <a:srgbClr val="4AAD52"/>
    <a:srgbClr val="949A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664" autoAdjust="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6" d="100"/>
          <a:sy n="116" d="100"/>
        </p:scale>
        <p:origin x="-606" y="-108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11797-CFDF-4E30-A4E1-907D06865D91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00F1D-CACA-45A5-AF19-B7B89F5FE9EC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165811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  <p:pic>
        <p:nvPicPr>
          <p:cNvPr id="5" name="Imagen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52531" y="2199788"/>
            <a:ext cx="7086939" cy="245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38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gradFill>
          <a:gsLst>
            <a:gs pos="0">
              <a:srgbClr val="4AAD52"/>
            </a:gs>
            <a:gs pos="100000">
              <a:srgbClr val="265B9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019493"/>
            <a:ext cx="9144000" cy="2387600"/>
          </a:xfrm>
        </p:spPr>
        <p:txBody>
          <a:bodyPr anchor="b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C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 LA MATERIA</a:t>
            </a:r>
            <a:endParaRPr lang="es-EC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72776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/>
            <a:r>
              <a:rPr lang="es-EC" dirty="0">
                <a:solidFill>
                  <a:schemeClr val="bg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TEMA DE CLASE</a:t>
            </a:r>
          </a:p>
          <a:p>
            <a:pPr algn="ctr"/>
            <a:r>
              <a:rPr lang="es-EC" dirty="0" err="1">
                <a:solidFill>
                  <a:schemeClr val="bg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Msc</a:t>
            </a:r>
            <a:r>
              <a:rPr lang="es-EC" dirty="0">
                <a:solidFill>
                  <a:schemeClr val="bg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. Nombre y Apellido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  <p:grpSp>
        <p:nvGrpSpPr>
          <p:cNvPr id="7" name="Grupo 5"/>
          <p:cNvGrpSpPr/>
          <p:nvPr userDrawn="1"/>
        </p:nvGrpSpPr>
        <p:grpSpPr>
          <a:xfrm>
            <a:off x="526949" y="351741"/>
            <a:ext cx="11665051" cy="6593941"/>
            <a:chOff x="526949" y="264059"/>
            <a:chExt cx="11665051" cy="6593941"/>
          </a:xfrm>
        </p:grpSpPr>
        <p:pic>
          <p:nvPicPr>
            <p:cNvPr id="8" name="Imagen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949" y="264059"/>
              <a:ext cx="1509669" cy="1231658"/>
            </a:xfrm>
            <a:prstGeom prst="rect">
              <a:avLst/>
            </a:prstGeom>
          </p:spPr>
        </p:pic>
        <p:pic>
          <p:nvPicPr>
            <p:cNvPr id="9" name="Imagen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2577" y="5685905"/>
              <a:ext cx="1759423" cy="1172095"/>
            </a:xfrm>
            <a:prstGeom prst="rect">
              <a:avLst/>
            </a:prstGeom>
          </p:spPr>
        </p:pic>
        <p:cxnSp>
          <p:nvCxnSpPr>
            <p:cNvPr id="10" name="Conector recto 4"/>
            <p:cNvCxnSpPr/>
            <p:nvPr/>
          </p:nvCxnSpPr>
          <p:spPr>
            <a:xfrm>
              <a:off x="1490750" y="3476025"/>
              <a:ext cx="9210501" cy="0"/>
            </a:xfrm>
            <a:prstGeom prst="line">
              <a:avLst/>
            </a:prstGeom>
            <a:ln w="539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995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5414" y="1452563"/>
            <a:ext cx="10769771" cy="823912"/>
          </a:xfrm>
        </p:spPr>
        <p:txBody>
          <a:bodyPr anchor="b">
            <a:normAutofit/>
          </a:bodyPr>
          <a:lstStyle>
            <a:lvl1pPr marL="0" indent="0">
              <a:buNone/>
              <a:defRPr sz="4000" b="1">
                <a:solidFill>
                  <a:srgbClr val="265B9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C" sz="4000" b="1" dirty="0">
                <a:solidFill>
                  <a:srgbClr val="26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DEL TEMA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98516" y="3200401"/>
            <a:ext cx="10740044" cy="2989262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8515" y="2435543"/>
            <a:ext cx="10756669" cy="513397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rgbClr val="4AAD5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C" b="1" dirty="0">
                <a:solidFill>
                  <a:srgbClr val="4AAD52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SUBTÍTULO: (OPINION PRO SEMI BOLD)</a:t>
            </a:r>
            <a:endParaRPr lang="es-ES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598516" y="6297526"/>
            <a:ext cx="2743200" cy="365125"/>
          </a:xfrm>
        </p:spPr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276340"/>
            <a:ext cx="4114800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287770"/>
            <a:ext cx="2743200" cy="365125"/>
          </a:xfrm>
        </p:spPr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  <p:grpSp>
        <p:nvGrpSpPr>
          <p:cNvPr id="10" name="Grupo 1"/>
          <p:cNvGrpSpPr/>
          <p:nvPr userDrawn="1"/>
        </p:nvGrpSpPr>
        <p:grpSpPr>
          <a:xfrm>
            <a:off x="0" y="-3759"/>
            <a:ext cx="12192000" cy="1088967"/>
            <a:chOff x="0" y="-1"/>
            <a:chExt cx="12192000" cy="1088967"/>
          </a:xfrm>
        </p:grpSpPr>
        <p:sp>
          <p:nvSpPr>
            <p:cNvPr id="11" name="Rectángulo 2"/>
            <p:cNvSpPr/>
            <p:nvPr/>
          </p:nvSpPr>
          <p:spPr>
            <a:xfrm>
              <a:off x="0" y="-1"/>
              <a:ext cx="12192000" cy="1088967"/>
            </a:xfrm>
            <a:prstGeom prst="rect">
              <a:avLst/>
            </a:prstGeom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pic>
          <p:nvPicPr>
            <p:cNvPr id="12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135" y="155993"/>
              <a:ext cx="952358" cy="776978"/>
            </a:xfrm>
            <a:prstGeom prst="rect">
              <a:avLst/>
            </a:prstGeom>
          </p:spPr>
        </p:pic>
        <p:pic>
          <p:nvPicPr>
            <p:cNvPr id="13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44727" y="162336"/>
              <a:ext cx="1147273" cy="764292"/>
            </a:xfrm>
            <a:prstGeom prst="rect">
              <a:avLst/>
            </a:prstGeom>
          </p:spPr>
        </p:pic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783080" y="95085"/>
            <a:ext cx="8446770" cy="819315"/>
          </a:xfrm>
        </p:spPr>
        <p:txBody>
          <a:bodyPr>
            <a:normAutofit/>
          </a:bodyPr>
          <a:lstStyle>
            <a:lvl1pPr algn="ctr"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C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 LA MATERIA</a:t>
            </a:r>
            <a:endParaRPr lang="es-EC" dirty="0"/>
          </a:p>
        </p:txBody>
      </p:sp>
      <p:sp>
        <p:nvSpPr>
          <p:cNvPr id="15" name="Rectángulo 12"/>
          <p:cNvSpPr/>
          <p:nvPr userDrawn="1"/>
        </p:nvSpPr>
        <p:spPr>
          <a:xfrm>
            <a:off x="0" y="6708371"/>
            <a:ext cx="12192000" cy="299258"/>
          </a:xfrm>
          <a:prstGeom prst="rect">
            <a:avLst/>
          </a:prstGeom>
          <a:gradFill>
            <a:gsLst>
              <a:gs pos="0">
                <a:srgbClr val="4AAD52"/>
              </a:gs>
              <a:gs pos="100000">
                <a:srgbClr val="265B91"/>
              </a:gs>
            </a:gsLst>
            <a:lin ang="27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6" name="Conector recto 8"/>
          <p:cNvCxnSpPr/>
          <p:nvPr userDrawn="1"/>
        </p:nvCxnSpPr>
        <p:spPr>
          <a:xfrm>
            <a:off x="598516" y="2337181"/>
            <a:ext cx="10756669" cy="0"/>
          </a:xfrm>
          <a:prstGeom prst="line">
            <a:avLst/>
          </a:prstGeom>
          <a:ln w="53975"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07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928314" y="124682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C" sz="4000" b="1" dirty="0">
                <a:solidFill>
                  <a:srgbClr val="26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DEL TEMA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497830" y="434435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  <p:grpSp>
        <p:nvGrpSpPr>
          <p:cNvPr id="10" name="Grupo 1"/>
          <p:cNvGrpSpPr/>
          <p:nvPr userDrawn="1"/>
        </p:nvGrpSpPr>
        <p:grpSpPr>
          <a:xfrm>
            <a:off x="0" y="-3759"/>
            <a:ext cx="12192000" cy="1088967"/>
            <a:chOff x="0" y="-1"/>
            <a:chExt cx="12192000" cy="1088967"/>
          </a:xfrm>
        </p:grpSpPr>
        <p:sp>
          <p:nvSpPr>
            <p:cNvPr id="11" name="Rectángulo 2"/>
            <p:cNvSpPr/>
            <p:nvPr/>
          </p:nvSpPr>
          <p:spPr>
            <a:xfrm>
              <a:off x="0" y="-1"/>
              <a:ext cx="12192000" cy="1088967"/>
            </a:xfrm>
            <a:prstGeom prst="rect">
              <a:avLst/>
            </a:prstGeom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pic>
          <p:nvPicPr>
            <p:cNvPr id="12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135" y="155993"/>
              <a:ext cx="952358" cy="776978"/>
            </a:xfrm>
            <a:prstGeom prst="rect">
              <a:avLst/>
            </a:prstGeom>
          </p:spPr>
        </p:pic>
        <p:pic>
          <p:nvPicPr>
            <p:cNvPr id="13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44727" y="162336"/>
              <a:ext cx="1147273" cy="764292"/>
            </a:xfrm>
            <a:prstGeom prst="rect">
              <a:avLst/>
            </a:prstGeom>
          </p:spPr>
        </p:pic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783080" y="95085"/>
            <a:ext cx="8446770" cy="819315"/>
          </a:xfrm>
        </p:spPr>
        <p:txBody>
          <a:bodyPr>
            <a:normAutofit/>
          </a:bodyPr>
          <a:lstStyle>
            <a:lvl1pPr algn="ctr"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C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 LA MATERIA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54652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98516" y="3040380"/>
            <a:ext cx="10755284" cy="2393632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116320"/>
            <a:ext cx="2743200" cy="365125"/>
          </a:xfrm>
        </p:spPr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082030"/>
            <a:ext cx="4114800" cy="365125"/>
          </a:xfrm>
        </p:spPr>
        <p:txBody>
          <a:bodyPr/>
          <a:lstStyle/>
          <a:p>
            <a:endParaRPr lang="es-EC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082030"/>
            <a:ext cx="2743200" cy="365125"/>
          </a:xfrm>
        </p:spPr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  <p:grpSp>
        <p:nvGrpSpPr>
          <p:cNvPr id="7" name="Grupo 1"/>
          <p:cNvGrpSpPr/>
          <p:nvPr userDrawn="1"/>
        </p:nvGrpSpPr>
        <p:grpSpPr>
          <a:xfrm>
            <a:off x="0" y="-3759"/>
            <a:ext cx="12192000" cy="1088967"/>
            <a:chOff x="0" y="-1"/>
            <a:chExt cx="12192000" cy="1088967"/>
          </a:xfrm>
        </p:grpSpPr>
        <p:sp>
          <p:nvSpPr>
            <p:cNvPr id="8" name="Rectángulo 2"/>
            <p:cNvSpPr/>
            <p:nvPr/>
          </p:nvSpPr>
          <p:spPr>
            <a:xfrm>
              <a:off x="0" y="-1"/>
              <a:ext cx="12192000" cy="1088967"/>
            </a:xfrm>
            <a:prstGeom prst="rect">
              <a:avLst/>
            </a:prstGeom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pic>
          <p:nvPicPr>
            <p:cNvPr id="9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135" y="155993"/>
              <a:ext cx="952358" cy="776978"/>
            </a:xfrm>
            <a:prstGeom prst="rect">
              <a:avLst/>
            </a:prstGeom>
          </p:spPr>
        </p:pic>
        <p:pic>
          <p:nvPicPr>
            <p:cNvPr id="10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44727" y="162336"/>
              <a:ext cx="1147273" cy="764292"/>
            </a:xfrm>
            <a:prstGeom prst="rect">
              <a:avLst/>
            </a:prstGeom>
          </p:spPr>
        </p:pic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686050" y="152236"/>
            <a:ext cx="6812280" cy="776978"/>
          </a:xfrm>
        </p:spPr>
        <p:txBody>
          <a:bodyPr>
            <a:normAutofit/>
          </a:bodyPr>
          <a:lstStyle>
            <a:lvl1pPr algn="ctr">
              <a:defRPr sz="1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TITULO DE LA MATERIA</a:t>
            </a:r>
            <a:endParaRPr lang="es-EC" dirty="0"/>
          </a:p>
        </p:txBody>
      </p:sp>
      <p:sp>
        <p:nvSpPr>
          <p:cNvPr id="12" name="Rectángulo 12"/>
          <p:cNvSpPr/>
          <p:nvPr userDrawn="1"/>
        </p:nvSpPr>
        <p:spPr>
          <a:xfrm>
            <a:off x="0" y="6570172"/>
            <a:ext cx="12192000" cy="299258"/>
          </a:xfrm>
          <a:prstGeom prst="rect">
            <a:avLst/>
          </a:prstGeom>
          <a:gradFill>
            <a:gsLst>
              <a:gs pos="0">
                <a:srgbClr val="4AAD52"/>
              </a:gs>
              <a:gs pos="100000">
                <a:srgbClr val="265B91"/>
              </a:gs>
            </a:gsLst>
            <a:lin ang="27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3" name="Conector recto 8"/>
          <p:cNvCxnSpPr/>
          <p:nvPr userDrawn="1"/>
        </p:nvCxnSpPr>
        <p:spPr>
          <a:xfrm>
            <a:off x="598516" y="2337181"/>
            <a:ext cx="10756669" cy="0"/>
          </a:xfrm>
          <a:prstGeom prst="line">
            <a:avLst/>
          </a:prstGeom>
          <a:ln w="53975"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9"/>
          <p:cNvSpPr txBox="1"/>
          <p:nvPr userDrawn="1"/>
        </p:nvSpPr>
        <p:spPr>
          <a:xfrm>
            <a:off x="598516" y="2527069"/>
            <a:ext cx="10756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>
                <a:solidFill>
                  <a:srgbClr val="4AAD52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SUBTÍTULO: (OPINION PRO SEMI BOLD)</a:t>
            </a:r>
          </a:p>
        </p:txBody>
      </p:sp>
      <p:sp>
        <p:nvSpPr>
          <p:cNvPr id="16" name="Título 1"/>
          <p:cNvSpPr txBox="1">
            <a:spLocks/>
          </p:cNvSpPr>
          <p:nvPr userDrawn="1"/>
        </p:nvSpPr>
        <p:spPr>
          <a:xfrm>
            <a:off x="598516" y="1447636"/>
            <a:ext cx="6812280" cy="776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TITULO D</a:t>
            </a:r>
            <a:r>
              <a:rPr lang="es-EC" sz="1800" b="1" dirty="0">
                <a:solidFill>
                  <a:srgbClr val="26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DEL TEMA</a:t>
            </a:r>
          </a:p>
          <a:p>
            <a:r>
              <a:rPr lang="es-ES" dirty="0"/>
              <a:t>E LA MATERIA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6014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00725" y="1268095"/>
            <a:ext cx="10754460" cy="1325563"/>
          </a:xfrm>
        </p:spPr>
        <p:txBody>
          <a:bodyPr>
            <a:normAutofit/>
          </a:bodyPr>
          <a:lstStyle>
            <a:lvl1pPr>
              <a:defRPr sz="4000" b="1" baseline="0">
                <a:solidFill>
                  <a:srgbClr val="265B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TITULO DEL TEMA</a:t>
            </a:r>
            <a:endParaRPr lang="es-EC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  <p:grpSp>
        <p:nvGrpSpPr>
          <p:cNvPr id="10" name="Grupo 1"/>
          <p:cNvGrpSpPr/>
          <p:nvPr userDrawn="1"/>
        </p:nvGrpSpPr>
        <p:grpSpPr>
          <a:xfrm>
            <a:off x="0" y="-3759"/>
            <a:ext cx="12192000" cy="1088967"/>
            <a:chOff x="0" y="-1"/>
            <a:chExt cx="12192000" cy="1088967"/>
          </a:xfrm>
        </p:grpSpPr>
        <p:sp>
          <p:nvSpPr>
            <p:cNvPr id="11" name="Rectángulo 2"/>
            <p:cNvSpPr/>
            <p:nvPr/>
          </p:nvSpPr>
          <p:spPr>
            <a:xfrm>
              <a:off x="0" y="-1"/>
              <a:ext cx="12192000" cy="1088967"/>
            </a:xfrm>
            <a:prstGeom prst="rect">
              <a:avLst/>
            </a:prstGeom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pic>
          <p:nvPicPr>
            <p:cNvPr id="12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135" y="155993"/>
              <a:ext cx="952358" cy="776978"/>
            </a:xfrm>
            <a:prstGeom prst="rect">
              <a:avLst/>
            </a:prstGeom>
          </p:spPr>
        </p:pic>
        <p:pic>
          <p:nvPicPr>
            <p:cNvPr id="13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44727" y="162336"/>
              <a:ext cx="1147273" cy="764292"/>
            </a:xfrm>
            <a:prstGeom prst="rect">
              <a:avLst/>
            </a:prstGeom>
          </p:spPr>
        </p:pic>
      </p:grpSp>
      <p:sp>
        <p:nvSpPr>
          <p:cNvPr id="14" name="CuadroTexto 14"/>
          <p:cNvSpPr txBox="1"/>
          <p:nvPr userDrawn="1"/>
        </p:nvSpPr>
        <p:spPr>
          <a:xfrm>
            <a:off x="2261062" y="268376"/>
            <a:ext cx="778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 LA MATERIA</a:t>
            </a:r>
          </a:p>
        </p:txBody>
      </p:sp>
      <p:cxnSp>
        <p:nvCxnSpPr>
          <p:cNvPr id="15" name="Conector recto 8"/>
          <p:cNvCxnSpPr/>
          <p:nvPr userDrawn="1"/>
        </p:nvCxnSpPr>
        <p:spPr>
          <a:xfrm>
            <a:off x="598516" y="2337181"/>
            <a:ext cx="10756669" cy="0"/>
          </a:xfrm>
          <a:prstGeom prst="line">
            <a:avLst/>
          </a:prstGeom>
          <a:ln w="53975"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contenido 2"/>
          <p:cNvSpPr>
            <a:spLocks noGrp="1"/>
          </p:cNvSpPr>
          <p:nvPr>
            <p:ph sz="half" idx="1"/>
          </p:nvPr>
        </p:nvSpPr>
        <p:spPr>
          <a:xfrm>
            <a:off x="598515" y="2740025"/>
            <a:ext cx="10756669" cy="3317875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366214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gradFill>
          <a:gsLst>
            <a:gs pos="0">
              <a:srgbClr val="4AAD52"/>
            </a:gs>
            <a:gs pos="100000">
              <a:srgbClr val="265B9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76263"/>
            <a:ext cx="10515600" cy="210978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54710" y="425799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  <p:grpSp>
        <p:nvGrpSpPr>
          <p:cNvPr id="7" name="Grupo 4"/>
          <p:cNvGrpSpPr/>
          <p:nvPr userDrawn="1"/>
        </p:nvGrpSpPr>
        <p:grpSpPr>
          <a:xfrm>
            <a:off x="2223893" y="2813171"/>
            <a:ext cx="7819215" cy="1231658"/>
            <a:chOff x="2223893" y="2813171"/>
            <a:chExt cx="7819215" cy="1231658"/>
          </a:xfrm>
        </p:grpSpPr>
        <p:pic>
          <p:nvPicPr>
            <p:cNvPr id="8" name="Imagen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3893" y="2813171"/>
              <a:ext cx="1509669" cy="1231658"/>
            </a:xfrm>
            <a:prstGeom prst="rect">
              <a:avLst/>
            </a:prstGeom>
          </p:spPr>
        </p:pic>
        <p:pic>
          <p:nvPicPr>
            <p:cNvPr id="9" name="Imagen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3685" y="2842953"/>
              <a:ext cx="1759423" cy="1172095"/>
            </a:xfrm>
            <a:prstGeom prst="rect">
              <a:avLst/>
            </a:prstGeom>
          </p:spPr>
        </p:pic>
        <p:sp>
          <p:nvSpPr>
            <p:cNvPr id="10" name="CuadroTexto 3"/>
            <p:cNvSpPr txBox="1"/>
            <p:nvPr/>
          </p:nvSpPr>
          <p:spPr>
            <a:xfrm>
              <a:off x="4374547" y="3044280"/>
              <a:ext cx="344290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¡GRACIAS!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1641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363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8343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422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68710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7753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98C51-975A-47E7-B82D-7B357E560500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71FD0-766A-4664-840B-44A55B7D8810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8330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3" r:id="rId3"/>
    <p:sldLayoutId id="2147483660" r:id="rId4"/>
    <p:sldLayoutId id="2147483650" r:id="rId5"/>
    <p:sldLayoutId id="2147483654" r:id="rId6"/>
    <p:sldLayoutId id="2147483651" r:id="rId7"/>
    <p:sldLayoutId id="2147483652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26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310480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0748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7461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6309370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UTE DISEÑO">
  <a:themeElements>
    <a:clrScheme name="Verde 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34136410-1D10-4AFC-9A9A-A8C84A3A1BB6}" vid="{EBA6BB8B-F2CA-4335-8CC4-74366978B66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PLANTILLA UTE DISEÑO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</dc:creator>
  <cp:lastModifiedBy>Maria De Lourdes Larrea Paredes</cp:lastModifiedBy>
  <cp:revision>13</cp:revision>
  <dcterms:created xsi:type="dcterms:W3CDTF">2020-04-17T01:31:56Z</dcterms:created>
  <dcterms:modified xsi:type="dcterms:W3CDTF">2026-10-27T19:46:36Z</dcterms:modified>
</cp:coreProperties>
</file>